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  <p:embeddedFont>
      <p:font typeface="Poppins SemiBold" panose="000007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7SAooAf2oUdH9cyAS05ATaGNY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A87A1-E242-4980-953E-2E923E5669AE}" v="6" dt="2025-04-24T16:23:44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2" y="3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customschemas.google.com/relationships/presentationmetadata" Target="meta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2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hyperlink" Target="https://drive.google.com/drive/folders/14HRCgQHdKR5vsn0HP0b0RXaxLjp6CQxQ" TargetMode="External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21945" y="285112"/>
            <a:ext cx="1666227" cy="721995"/>
          </a:xfrm>
          <a:custGeom>
            <a:avLst/>
            <a:gdLst/>
            <a:ahLst/>
            <a:cxnLst/>
            <a:rect l="l" t="t" r="r" b="b"/>
            <a:pathLst>
              <a:path w="1666227" h="721995" extrusionOk="0">
                <a:moveTo>
                  <a:pt x="0" y="0"/>
                </a:moveTo>
                <a:lnTo>
                  <a:pt x="1666227" y="0"/>
                </a:lnTo>
                <a:lnTo>
                  <a:pt x="1666227" y="721995"/>
                </a:lnTo>
                <a:lnTo>
                  <a:pt x="0" y="721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21564" y="1326013"/>
            <a:ext cx="1872177" cy="20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Pasaulinė eSIM paslauga</a:t>
            </a:r>
            <a:r>
              <a:rPr lang="en-US" sz="10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15646" y="2453326"/>
            <a:ext cx="43720" cy="28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21564" y="2772470"/>
            <a:ext cx="3896306" cy="1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„Instagram“ </a:t>
            </a:r>
            <a:endParaRPr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turinio vadovas</a:t>
            </a:r>
            <a:r>
              <a:rPr lang="en-US" sz="3500" b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9142847" cy="5142862"/>
          </a:xfrm>
          <a:custGeom>
            <a:avLst/>
            <a:gdLst/>
            <a:ahLst/>
            <a:cxnLst/>
            <a:rect l="l" t="t" r="r" b="b"/>
            <a:pathLst>
              <a:path w="9142847" h="5142862" extrusionOk="0">
                <a:moveTo>
                  <a:pt x="0" y="0"/>
                </a:moveTo>
                <a:lnTo>
                  <a:pt x="9142847" y="0"/>
                </a:lnTo>
                <a:lnTo>
                  <a:pt x="9142847" y="5142862"/>
                </a:lnTo>
                <a:lnTo>
                  <a:pt x="0" y="514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457962" y="367989"/>
            <a:ext cx="3287700" cy="1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Kas yra „Saily“?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  <a:p>
            <a:pPr marL="0" marR="0" lvl="0" indent="0" algn="l" rtl="0">
              <a:lnSpc>
                <a:spcPct val="182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7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„Saily“ – nauja eSIM paslaugų programėlė, kurią sukūrė „NordVPN“. 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457962" y="2434904"/>
            <a:ext cx="3804847" cy="15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7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„Saily“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programėlėje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gali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rinktis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įvairius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planus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už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prieinamą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kainą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kurie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veikia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daugiau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>
                <a:latin typeface="Poppins"/>
                <a:ea typeface="Poppins"/>
                <a:cs typeface="Poppins"/>
                <a:sym typeface="Poppins"/>
              </a:rPr>
              <a:t>200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šalių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8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regionuose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Su „Saily“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visada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turėsi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interneto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ryšį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0"/>
            <a:ext cx="4029075" cy="5143500"/>
          </a:xfrm>
          <a:custGeom>
            <a:avLst/>
            <a:gdLst/>
            <a:ahLst/>
            <a:cxnLst/>
            <a:rect l="l" t="t" r="r" b="b"/>
            <a:pathLst>
              <a:path w="4029075" h="5143500" extrusionOk="0">
                <a:moveTo>
                  <a:pt x="0" y="0"/>
                </a:moveTo>
                <a:lnTo>
                  <a:pt x="4029075" y="0"/>
                </a:lnTo>
                <a:lnTo>
                  <a:pt x="40290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8467" y="4713599"/>
            <a:ext cx="577853" cy="248917"/>
          </a:xfrm>
          <a:custGeom>
            <a:avLst/>
            <a:gdLst/>
            <a:ahLst/>
            <a:cxnLst/>
            <a:rect l="l" t="t" r="r" b="b"/>
            <a:pathLst>
              <a:path w="577853" h="248917" extrusionOk="0">
                <a:moveTo>
                  <a:pt x="0" y="0"/>
                </a:moveTo>
                <a:lnTo>
                  <a:pt x="577853" y="0"/>
                </a:lnTo>
                <a:lnTo>
                  <a:pt x="577853" y="248916"/>
                </a:lnTo>
                <a:lnTo>
                  <a:pt x="0" y="248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215646" y="-27451"/>
            <a:ext cx="38862" cy="25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381000" y="245688"/>
            <a:ext cx="2913869" cy="64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Kodėl „Saily“? 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457962" y="1148648"/>
            <a:ext cx="3403883" cy="250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2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Jei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kada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teko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pasiklysti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užsienyje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labai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reikėjo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interneto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ryšio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bet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nepavyko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pagauti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„Wi-Fi“,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turbūt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supranti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kaip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metu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būtų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pravertusi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vietinė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SIM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kortelė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  <a:p>
            <a:pPr marL="0" marR="0" lvl="0" indent="0" algn="l" rtl="0">
              <a:lnSpc>
                <a:spcPct val="250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Naudojant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interneto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ryšys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bus </a:t>
            </a:r>
            <a:endParaRPr dirty="0"/>
          </a:p>
          <a:p>
            <a:pPr marL="0" marR="0" lvl="0" indent="0" algn="l" rtl="0">
              <a:lnSpc>
                <a:spcPct val="91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visur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tavimi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tad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sutaupysi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lt-LT" dirty="0">
              <a:ea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lt-LT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pinigų </a:t>
            </a:r>
            <a:r>
              <a:rPr lang="lt-LT" dirty="0">
                <a:ea typeface="Poppins"/>
              </a:rPr>
              <a:t>t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arptinkliniam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9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ryšiui</a:t>
            </a:r>
            <a:r>
              <a:rPr lang="en-US" sz="139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n-US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4386834" y="330165"/>
            <a:ext cx="9168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106" name="Google Shape;106;p3"/>
          <p:cNvSpPr txBox="1"/>
          <p:nvPr/>
        </p:nvSpPr>
        <p:spPr>
          <a:xfrm>
            <a:off x="4386834" y="707355"/>
            <a:ext cx="9168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4375243" y="1839687"/>
            <a:ext cx="9168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113" name="Google Shape;113;p3"/>
          <p:cNvSpPr txBox="1"/>
          <p:nvPr/>
        </p:nvSpPr>
        <p:spPr>
          <a:xfrm>
            <a:off x="4319807" y="89412"/>
            <a:ext cx="4656458" cy="496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Atsisiųsk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tik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kartą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„Saily“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tereikia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įdiegti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vieną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kartą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Keliaujant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į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kitas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šal</a:t>
            </a:r>
            <a:r>
              <a:rPr lang="lt-LT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nereikės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diegti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naujos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Prieinamos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kainos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Naudo</a:t>
            </a:r>
            <a:r>
              <a:rPr lang="lt-LT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jant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nebrangius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planus,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veikiančius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daugiau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>
                <a:latin typeface="Poppins"/>
                <a:ea typeface="Poppins"/>
                <a:cs typeface="Poppins"/>
                <a:sym typeface="Poppins"/>
              </a:rPr>
              <a:t>200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šalių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gerokai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sumažinsi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sąskaitą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už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tarptinklinį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ryšį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o gal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visai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nereikės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už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jį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mokėti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lt-LT" sz="95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Pasauliniai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ir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regioniniai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planai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Planuoji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aplankyti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kelias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šalis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Sutaupyk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daugiau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įsigyk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pasaulinį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regioninį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planą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keliauk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pačiu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Taupyk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laiką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Nereikės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laukti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eilėje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uoste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įsigytum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vietinę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SIM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kortelę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lt-LT" sz="950" dirty="0">
                <a:latin typeface="Poppins SemiBold" panose="00000700000000000000" pitchFamily="2" charset="0"/>
                <a:cs typeface="Poppins SemiBold" panose="00000700000000000000" pitchFamily="2" charset="0"/>
                <a:sym typeface="Poppins"/>
              </a:rPr>
              <a:t>Taupyk duomenis. </a:t>
            </a:r>
            <a:r>
              <a:rPr lang="lt-LT" sz="950" dirty="0">
                <a:latin typeface="Poppins"/>
                <a:cs typeface="Poppins"/>
                <a:sym typeface="Poppins"/>
              </a:rPr>
              <a:t>„Saily“ blokuoja reklamas naršyklėje ir sumažina duomenų naudojimą iki 28,6 %.</a:t>
            </a:r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Išvenk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apgaulių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Tau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niekas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neįsiūlys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padirbtų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SIM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kortelių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traukinių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stotyse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uostuose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Apsaugok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privatumą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Aktyvuok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saugumo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funkcijas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naršyk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privačiai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Galėsi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pakeisti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virtualią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buvimo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vietą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blokuoti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kenkėjiškas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reklamas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apsisaugoti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pavojų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internete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Neprarask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interneto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ryšio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Daugiau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nereikės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ieškoti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viešojo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„Wi-Fi“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ryšio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Su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interneto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ryšys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visada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bus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tavimi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Suderinama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 „Saily“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planai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yra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suderinami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„iOS“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„Android“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įrenginiais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Pagalba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parą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Visą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parą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teikiama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pagalba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pokalbiu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lt-LT" sz="95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41142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Pinigų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grąžinimas</a:t>
            </a:r>
            <a:r>
              <a:rPr lang="en-US" sz="950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Jei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tavo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įrenginys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neveikia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grąžinsime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pinigus</a:t>
            </a:r>
            <a:r>
              <a:rPr lang="en-US" sz="9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215127" y="0"/>
            <a:ext cx="4928873" cy="5143500"/>
          </a:xfrm>
          <a:custGeom>
            <a:avLst/>
            <a:gdLst/>
            <a:ahLst/>
            <a:cxnLst/>
            <a:rect l="l" t="t" r="r" b="b"/>
            <a:pathLst>
              <a:path w="4928873" h="5143500" extrusionOk="0">
                <a:moveTo>
                  <a:pt x="0" y="0"/>
                </a:moveTo>
                <a:lnTo>
                  <a:pt x="4928873" y="0"/>
                </a:lnTo>
                <a:lnTo>
                  <a:pt x="492887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98758" y="765172"/>
            <a:ext cx="6414773" cy="1990087"/>
          </a:xfrm>
          <a:custGeom>
            <a:avLst/>
            <a:gdLst/>
            <a:ahLst/>
            <a:cxnLst/>
            <a:rect l="l" t="t" r="r" b="b"/>
            <a:pathLst>
              <a:path w="6414773" h="1990087" extrusionOk="0">
                <a:moveTo>
                  <a:pt x="0" y="0"/>
                </a:moveTo>
                <a:lnTo>
                  <a:pt x="6414773" y="0"/>
                </a:lnTo>
                <a:lnTo>
                  <a:pt x="6414773" y="1990087"/>
                </a:lnTo>
                <a:lnTo>
                  <a:pt x="0" y="1990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50822" y="1976123"/>
            <a:ext cx="499748" cy="499748"/>
          </a:xfrm>
          <a:custGeom>
            <a:avLst/>
            <a:gdLst/>
            <a:ahLst/>
            <a:cxnLst/>
            <a:rect l="l" t="t" r="r" b="b"/>
            <a:pathLst>
              <a:path w="499748" h="499748" extrusionOk="0">
                <a:moveTo>
                  <a:pt x="0" y="0"/>
                </a:moveTo>
                <a:lnTo>
                  <a:pt x="499748" y="0"/>
                </a:lnTo>
                <a:lnTo>
                  <a:pt x="499748" y="499748"/>
                </a:lnTo>
                <a:lnTo>
                  <a:pt x="0" y="49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87328" y="2778757"/>
            <a:ext cx="6426203" cy="1124588"/>
          </a:xfrm>
          <a:custGeom>
            <a:avLst/>
            <a:gdLst/>
            <a:ahLst/>
            <a:cxnLst/>
            <a:rect l="l" t="t" r="r" b="b"/>
            <a:pathLst>
              <a:path w="6426203" h="1124588" extrusionOk="0">
                <a:moveTo>
                  <a:pt x="0" y="0"/>
                </a:moveTo>
                <a:lnTo>
                  <a:pt x="6426203" y="0"/>
                </a:lnTo>
                <a:lnTo>
                  <a:pt x="6426203" y="1124588"/>
                </a:lnTo>
                <a:lnTo>
                  <a:pt x="0" y="1124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22272" y="1037587"/>
            <a:ext cx="156848" cy="328298"/>
          </a:xfrm>
          <a:custGeom>
            <a:avLst/>
            <a:gdLst/>
            <a:ahLst/>
            <a:cxnLst/>
            <a:rect l="l" t="t" r="r" b="b"/>
            <a:pathLst>
              <a:path w="156848" h="328298" extrusionOk="0">
                <a:moveTo>
                  <a:pt x="0" y="0"/>
                </a:moveTo>
                <a:lnTo>
                  <a:pt x="156848" y="0"/>
                </a:lnTo>
                <a:lnTo>
                  <a:pt x="156848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98145" y="2062477"/>
            <a:ext cx="205740" cy="328298"/>
          </a:xfrm>
          <a:custGeom>
            <a:avLst/>
            <a:gdLst/>
            <a:ahLst/>
            <a:cxnLst/>
            <a:rect l="l" t="t" r="r" b="b"/>
            <a:pathLst>
              <a:path w="205740" h="328298" extrusionOk="0">
                <a:moveTo>
                  <a:pt x="0" y="0"/>
                </a:moveTo>
                <a:lnTo>
                  <a:pt x="205740" y="0"/>
                </a:lnTo>
                <a:lnTo>
                  <a:pt x="205740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48313" y="4647562"/>
            <a:ext cx="577853" cy="248917"/>
          </a:xfrm>
          <a:custGeom>
            <a:avLst/>
            <a:gdLst/>
            <a:ahLst/>
            <a:cxnLst/>
            <a:rect l="l" t="t" r="r" b="b"/>
            <a:pathLst>
              <a:path w="577853" h="248917" extrusionOk="0">
                <a:moveTo>
                  <a:pt x="0" y="0"/>
                </a:moveTo>
                <a:lnTo>
                  <a:pt x="577853" y="0"/>
                </a:lnTo>
                <a:lnTo>
                  <a:pt x="577853" y="248917"/>
                </a:lnTo>
                <a:lnTo>
                  <a:pt x="0" y="2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90525" y="3176902"/>
            <a:ext cx="220332" cy="328298"/>
          </a:xfrm>
          <a:custGeom>
            <a:avLst/>
            <a:gdLst/>
            <a:ahLst/>
            <a:cxnLst/>
            <a:rect l="l" t="t" r="r" b="b"/>
            <a:pathLst>
              <a:path w="220332" h="328298" extrusionOk="0">
                <a:moveTo>
                  <a:pt x="0" y="0"/>
                </a:moveTo>
                <a:lnTo>
                  <a:pt x="220332" y="0"/>
                </a:lnTo>
                <a:lnTo>
                  <a:pt x="220332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r="-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68808" y="198063"/>
            <a:ext cx="3988794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Kaip veikia „Saily“? 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70909" y="923537"/>
            <a:ext cx="4986557" cy="494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4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Atsisiųsk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„Saily“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planai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yra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suderinami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„iOS“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„Android“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įrenginiais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veikia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visuose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technologiją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palaikančiuose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išmaniuosiuose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telefonuose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129" name="Google Shape;129;p4"/>
          <p:cNvSpPr txBox="1"/>
          <p:nvPr/>
        </p:nvSpPr>
        <p:spPr>
          <a:xfrm>
            <a:off x="870909" y="1935924"/>
            <a:ext cx="5146719" cy="62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Įsigyk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planą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Daugybę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planų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veikiančių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daugiau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>
                <a:latin typeface="Poppins"/>
                <a:ea typeface="Poppins"/>
                <a:cs typeface="Poppins"/>
                <a:sym typeface="Poppins"/>
              </a:rPr>
              <a:t>200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šalių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8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regionuose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gali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įsigyti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internetu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už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prieinamą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kainą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Jei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įsigijai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planą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svetainėje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reikės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atsisiųsti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130" name="Google Shape;130;p4"/>
          <p:cNvSpPr txBox="1"/>
          <p:nvPr/>
        </p:nvSpPr>
        <p:spPr>
          <a:xfrm>
            <a:off x="870909" y="3029202"/>
            <a:ext cx="5146719" cy="6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4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Įdiek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Laikykis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instrukcijų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programėlėje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įdiek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eSIM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Jei prieš kelionę </a:t>
            </a:r>
            <a:r>
              <a:rPr lang="e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aktyvuosi </a:t>
            </a:r>
            <a:r>
              <a:rPr lang="en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„Saily“ eSIM, </a:t>
            </a:r>
            <a:r>
              <a:rPr lang="e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ji prad</a:t>
            </a:r>
            <a:r>
              <a:rPr lang="lt-LT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ės veikti vos</a:t>
            </a:r>
            <a:r>
              <a:rPr lang="en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nusileidus </a:t>
            </a:r>
            <a:r>
              <a:rPr lang="lt-LT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</a:ext>
                </a:extLst>
              </a:rPr>
              <a:t>ir</a:t>
            </a:r>
            <a:r>
              <a:rPr lang="en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 galėsi </a:t>
            </a:r>
            <a:r>
              <a:rPr lang="en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</a:ext>
                </a:extLst>
              </a:rPr>
              <a:t>iš karto </a:t>
            </a:r>
            <a:r>
              <a:rPr lang="en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</a:ext>
                </a:extLst>
              </a:rPr>
              <a:t>prisijungti prie vietinio tinklo</a:t>
            </a:r>
            <a:r>
              <a:rPr lang="lt-LT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</a:ext>
                </a:extLst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458467" y="1230630"/>
            <a:ext cx="1814198" cy="3135630"/>
          </a:xfrm>
          <a:custGeom>
            <a:avLst/>
            <a:gdLst/>
            <a:ahLst/>
            <a:cxnLst/>
            <a:rect l="l" t="t" r="r" b="b"/>
            <a:pathLst>
              <a:path w="1814198" h="3135630" extrusionOk="0">
                <a:moveTo>
                  <a:pt x="0" y="0"/>
                </a:moveTo>
                <a:lnTo>
                  <a:pt x="1814198" y="0"/>
                </a:lnTo>
                <a:lnTo>
                  <a:pt x="1814198" y="3135630"/>
                </a:lnTo>
                <a:lnTo>
                  <a:pt x="0" y="3135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8467" y="4826003"/>
            <a:ext cx="577853" cy="248917"/>
          </a:xfrm>
          <a:custGeom>
            <a:avLst/>
            <a:gdLst/>
            <a:ahLst/>
            <a:cxnLst/>
            <a:rect l="l" t="t" r="r" b="b"/>
            <a:pathLst>
              <a:path w="577853" h="248917" extrusionOk="0">
                <a:moveTo>
                  <a:pt x="0" y="0"/>
                </a:moveTo>
                <a:lnTo>
                  <a:pt x="577853" y="0"/>
                </a:lnTo>
                <a:lnTo>
                  <a:pt x="577853" y="248917"/>
                </a:lnTo>
                <a:lnTo>
                  <a:pt x="0" y="2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961499" y="812178"/>
            <a:ext cx="1605905" cy="3554711"/>
          </a:xfrm>
          <a:custGeom>
            <a:avLst/>
            <a:gdLst/>
            <a:ahLst/>
            <a:cxnLst/>
            <a:rect l="l" t="t" r="r" b="b"/>
            <a:pathLst>
              <a:path w="1605905" h="3554711" extrusionOk="0">
                <a:moveTo>
                  <a:pt x="0" y="0"/>
                </a:moveTo>
                <a:lnTo>
                  <a:pt x="1605905" y="0"/>
                </a:lnTo>
                <a:lnTo>
                  <a:pt x="1605905" y="3554711"/>
                </a:lnTo>
                <a:lnTo>
                  <a:pt x="0" y="3554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385698" y="1230630"/>
            <a:ext cx="1898647" cy="2896238"/>
          </a:xfrm>
          <a:custGeom>
            <a:avLst/>
            <a:gdLst/>
            <a:ahLst/>
            <a:cxnLst/>
            <a:rect l="l" t="t" r="r" b="b"/>
            <a:pathLst>
              <a:path w="1898647" h="2896238" extrusionOk="0">
                <a:moveTo>
                  <a:pt x="0" y="0"/>
                </a:moveTo>
                <a:lnTo>
                  <a:pt x="1898647" y="0"/>
                </a:lnTo>
                <a:lnTo>
                  <a:pt x="1898647" y="2896238"/>
                </a:lnTo>
                <a:lnTo>
                  <a:pt x="0" y="2896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084833" y="962663"/>
            <a:ext cx="500377" cy="499748"/>
          </a:xfrm>
          <a:custGeom>
            <a:avLst/>
            <a:gdLst/>
            <a:ahLst/>
            <a:cxnLst/>
            <a:rect l="l" t="t" r="r" b="b"/>
            <a:pathLst>
              <a:path w="500377" h="499748" extrusionOk="0">
                <a:moveTo>
                  <a:pt x="0" y="0"/>
                </a:moveTo>
                <a:lnTo>
                  <a:pt x="500377" y="0"/>
                </a:lnTo>
                <a:lnTo>
                  <a:pt x="500377" y="499748"/>
                </a:lnTo>
                <a:lnTo>
                  <a:pt x="0" y="49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333875" y="899160"/>
            <a:ext cx="1941195" cy="2328548"/>
          </a:xfrm>
          <a:custGeom>
            <a:avLst/>
            <a:gdLst/>
            <a:ahLst/>
            <a:cxnLst/>
            <a:rect l="l" t="t" r="r" b="b"/>
            <a:pathLst>
              <a:path w="1941195" h="2328548" extrusionOk="0">
                <a:moveTo>
                  <a:pt x="0" y="0"/>
                </a:moveTo>
                <a:lnTo>
                  <a:pt x="1941195" y="0"/>
                </a:lnTo>
                <a:lnTo>
                  <a:pt x="1941195" y="2328548"/>
                </a:lnTo>
                <a:lnTo>
                  <a:pt x="0" y="2328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232147" y="1048388"/>
            <a:ext cx="205740" cy="328298"/>
          </a:xfrm>
          <a:custGeom>
            <a:avLst/>
            <a:gdLst/>
            <a:ahLst/>
            <a:cxnLst/>
            <a:rect l="l" t="t" r="r" b="b"/>
            <a:pathLst>
              <a:path w="205740" h="328298" extrusionOk="0">
                <a:moveTo>
                  <a:pt x="0" y="0"/>
                </a:moveTo>
                <a:lnTo>
                  <a:pt x="205740" y="0"/>
                </a:lnTo>
                <a:lnTo>
                  <a:pt x="205740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205098" y="1048388"/>
            <a:ext cx="220342" cy="328298"/>
          </a:xfrm>
          <a:custGeom>
            <a:avLst/>
            <a:gdLst/>
            <a:ahLst/>
            <a:cxnLst/>
            <a:rect l="l" t="t" r="r" b="b"/>
            <a:pathLst>
              <a:path w="220342" h="328298" extrusionOk="0">
                <a:moveTo>
                  <a:pt x="0" y="0"/>
                </a:moveTo>
                <a:lnTo>
                  <a:pt x="220342" y="0"/>
                </a:lnTo>
                <a:lnTo>
                  <a:pt x="220342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338073" y="4152262"/>
            <a:ext cx="3876037" cy="935993"/>
          </a:xfrm>
          <a:custGeom>
            <a:avLst/>
            <a:gdLst/>
            <a:ahLst/>
            <a:cxnLst/>
            <a:rect l="l" t="t" r="r" b="b"/>
            <a:pathLst>
              <a:path w="3876037" h="935993" extrusionOk="0">
                <a:moveTo>
                  <a:pt x="0" y="0"/>
                </a:moveTo>
                <a:lnTo>
                  <a:pt x="3876037" y="0"/>
                </a:lnTo>
                <a:lnTo>
                  <a:pt x="3876037" y="935993"/>
                </a:lnTo>
                <a:lnTo>
                  <a:pt x="0" y="935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278892" y="254889"/>
            <a:ext cx="7993723" cy="39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2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Kaip kurti turinį apie „Saily“ platformoje „Instagram“? 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1366266" y="1311773"/>
            <a:ext cx="19431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765810" y="1512179"/>
            <a:ext cx="1244365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Pristatyk „Saily“ keliaudamas. 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336798" y="1311773"/>
            <a:ext cx="19431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5305806" y="1321298"/>
            <a:ext cx="19431" cy="1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15928" y="1235812"/>
            <a:ext cx="1898647" cy="2896238"/>
          </a:xfrm>
          <a:custGeom>
            <a:avLst/>
            <a:gdLst/>
            <a:ahLst/>
            <a:cxnLst/>
            <a:rect l="l" t="t" r="r" b="b"/>
            <a:pathLst>
              <a:path w="1898647" h="2896238" extrusionOk="0">
                <a:moveTo>
                  <a:pt x="0" y="0"/>
                </a:moveTo>
                <a:lnTo>
                  <a:pt x="1898647" y="0"/>
                </a:lnTo>
                <a:lnTo>
                  <a:pt x="1898647" y="2896238"/>
                </a:lnTo>
                <a:lnTo>
                  <a:pt x="0" y="2896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115063" y="980756"/>
            <a:ext cx="500377" cy="499748"/>
          </a:xfrm>
          <a:custGeom>
            <a:avLst/>
            <a:gdLst/>
            <a:ahLst/>
            <a:cxnLst/>
            <a:rect l="l" t="t" r="r" b="b"/>
            <a:pathLst>
              <a:path w="500377" h="499748" extrusionOk="0">
                <a:moveTo>
                  <a:pt x="0" y="0"/>
                </a:moveTo>
                <a:lnTo>
                  <a:pt x="500377" y="0"/>
                </a:lnTo>
                <a:lnTo>
                  <a:pt x="500377" y="499748"/>
                </a:lnTo>
                <a:lnTo>
                  <a:pt x="0" y="49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287142" y="1048388"/>
            <a:ext cx="156848" cy="328298"/>
          </a:xfrm>
          <a:custGeom>
            <a:avLst/>
            <a:gdLst/>
            <a:ahLst/>
            <a:cxnLst/>
            <a:rect l="l" t="t" r="r" b="b"/>
            <a:pathLst>
              <a:path w="156848" h="328298" extrusionOk="0">
                <a:moveTo>
                  <a:pt x="0" y="0"/>
                </a:moveTo>
                <a:lnTo>
                  <a:pt x="156848" y="0"/>
                </a:lnTo>
                <a:lnTo>
                  <a:pt x="156848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17230" y="1855118"/>
            <a:ext cx="1559766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63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56" name="Google Shape;156;p5"/>
          <p:cNvSpPr txBox="1"/>
          <p:nvPr/>
        </p:nvSpPr>
        <p:spPr>
          <a:xfrm>
            <a:off x="4486817" y="1545423"/>
            <a:ext cx="1635309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lt-LT" sz="10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Energingai ragink veikti.</a:t>
            </a:r>
            <a:r>
              <a:rPr lang="lt-LT" sz="1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lt-LT" sz="10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lt-LT" sz="14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lt-LT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Pabrėžk, kad į mobilųjį įrenginį reikia atsisiųsti „Saily“ programėlę ir panaudoti kupono kodą, kad būtų suteikta išskirtinė nuolaida. </a:t>
            </a:r>
            <a:endParaRPr lang="lt-LT" sz="1000" dirty="0"/>
          </a:p>
        </p:txBody>
      </p:sp>
      <p:sp>
        <p:nvSpPr>
          <p:cNvPr id="157" name="Google Shape;157;p5"/>
          <p:cNvSpPr txBox="1"/>
          <p:nvPr/>
        </p:nvSpPr>
        <p:spPr>
          <a:xfrm>
            <a:off x="2495955" y="1306028"/>
            <a:ext cx="1664465" cy="143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6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lt-LT" sz="9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ct val="134666"/>
              </a:lnSpc>
            </a:pP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Pademonstruok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„Saily“ </a:t>
            </a:r>
            <a:endParaRPr lang="lt-LT" sz="10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algn="ctr"/>
            <a:r>
              <a:rPr lang="en-US" sz="1000" b="0" i="0" u="none" strike="noStrike" cap="none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savo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auditorijai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</a:t>
            </a:r>
            <a:endParaRPr lang="en-US" sz="1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lt-LT" sz="9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34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„Instagram“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istorijose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trumpame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vaizdo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įraše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pademonstruok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158" name="Google Shape;158;p5"/>
          <p:cNvSpPr txBox="1"/>
          <p:nvPr/>
        </p:nvSpPr>
        <p:spPr>
          <a:xfrm>
            <a:off x="2540998" y="4337091"/>
            <a:ext cx="380267" cy="29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  <a:p>
            <a:pPr marL="0" marR="0" lvl="0" indent="0" algn="r" rtl="0">
              <a:lnSpc>
                <a:spcPct val="15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Kviesk</a:t>
            </a:r>
            <a:r>
              <a:rPr lang="en-US" sz="798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</p:txBody>
      </p:sp>
      <p:sp>
        <p:nvSpPr>
          <p:cNvPr id="159" name="Google Shape;159;p5"/>
          <p:cNvSpPr txBox="1"/>
          <p:nvPr/>
        </p:nvSpPr>
        <p:spPr>
          <a:xfrm>
            <a:off x="2495955" y="2739969"/>
            <a:ext cx="1724225" cy="128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Atsisiųsk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į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mobilųjį</a:t>
            </a:r>
            <a:r>
              <a:rPr lang="en-US" sz="798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įrenginį</a:t>
            </a:r>
            <a:r>
              <a:rPr lang="en-US" sz="798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Parodyk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kaip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išsirinkti</a:t>
            </a:r>
            <a:r>
              <a:rPr lang="en-US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duomen</a:t>
            </a:r>
            <a:r>
              <a:rPr lang="lt-LT" sz="9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ų planą.</a:t>
            </a: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3. </a:t>
            </a:r>
            <a:r>
              <a:rPr lang="lt-LT" sz="900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Įvesk savo kupono kodą, kad parodytum, kaip gauti išskirtinę nuolaidą.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3268180" y="3933625"/>
            <a:ext cx="22736" cy="1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3195828" y="4371813"/>
            <a:ext cx="289860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lt-LT" sz="8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Gauk išskirtinę 15 % nuolaidą „Saily“ eSIM duomenų planams! Atsisiųsk „Saily“ programėlę ir atsiskaitydamas įvesk kodą [tavo-unikalus-kodas].</a:t>
            </a:r>
            <a:endParaRPr lang="lt-LT" sz="800" dirty="0"/>
          </a:p>
        </p:txBody>
      </p:sp>
      <p:sp>
        <p:nvSpPr>
          <p:cNvPr id="2" name="Google Shape;111;p5">
            <a:extLst>
              <a:ext uri="{FF2B5EF4-FFF2-40B4-BE49-F238E27FC236}">
                <a16:creationId xmlns:a16="http://schemas.microsoft.com/office/drawing/2014/main" id="{34B08C09-DAC5-0F1E-A8D3-1A3A2334E965}"/>
              </a:ext>
            </a:extLst>
          </p:cNvPr>
          <p:cNvSpPr txBox="1"/>
          <p:nvPr/>
        </p:nvSpPr>
        <p:spPr>
          <a:xfrm>
            <a:off x="570362" y="1529925"/>
            <a:ext cx="1605300" cy="27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Pristatyk „Saily“ keliaudamas.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Iš anksto suplanuok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savo 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turin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į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Tobula, jei gali pristatyti „Saily“ keliaudamas, nes 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tada turinys bus 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tikrovišk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ir traukiant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 dėmesį, su gyvenimiškais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pavyzdži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ais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Jei tai neįmanoma, pasidalyk jau įvykusios kelionės istorija ir, prieš pristatydamas „Saily“, pirmiausia papasakok, k</a:t>
            </a:r>
            <a:r>
              <a:rPr lang="en" sz="9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uo tau padėjo ši eSIM</a:t>
            </a:r>
            <a:r>
              <a:rPr lang="en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50793" y="3451222"/>
            <a:ext cx="4093207" cy="1692278"/>
          </a:xfrm>
          <a:custGeom>
            <a:avLst/>
            <a:gdLst/>
            <a:ahLst/>
            <a:cxnLst/>
            <a:rect l="l" t="t" r="r" b="b"/>
            <a:pathLst>
              <a:path w="4093207" h="1692278" extrusionOk="0">
                <a:moveTo>
                  <a:pt x="0" y="0"/>
                </a:moveTo>
                <a:lnTo>
                  <a:pt x="4093207" y="0"/>
                </a:lnTo>
                <a:lnTo>
                  <a:pt x="4093207" y="1692278"/>
                </a:lnTo>
                <a:lnTo>
                  <a:pt x="0" y="16922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552687" y="3660143"/>
            <a:ext cx="1302382" cy="1302382"/>
          </a:xfrm>
          <a:custGeom>
            <a:avLst/>
            <a:gdLst/>
            <a:ahLst/>
            <a:cxnLst/>
            <a:rect l="l" t="t" r="r" b="b"/>
            <a:pathLst>
              <a:path w="1302382" h="1302382" extrusionOk="0">
                <a:moveTo>
                  <a:pt x="0" y="0"/>
                </a:moveTo>
                <a:lnTo>
                  <a:pt x="1302382" y="0"/>
                </a:lnTo>
                <a:lnTo>
                  <a:pt x="1302382" y="1302382"/>
                </a:lnTo>
                <a:lnTo>
                  <a:pt x="0" y="1302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824473" y="3931920"/>
            <a:ext cx="758809" cy="758828"/>
          </a:xfrm>
          <a:custGeom>
            <a:avLst/>
            <a:gdLst/>
            <a:ahLst/>
            <a:cxnLst/>
            <a:rect l="l" t="t" r="r" b="b"/>
            <a:pathLst>
              <a:path w="758809" h="758828" extrusionOk="0">
                <a:moveTo>
                  <a:pt x="0" y="0"/>
                </a:moveTo>
                <a:lnTo>
                  <a:pt x="758809" y="0"/>
                </a:lnTo>
                <a:lnTo>
                  <a:pt x="758809" y="758828"/>
                </a:lnTo>
                <a:lnTo>
                  <a:pt x="0" y="758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-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8467" y="4713599"/>
            <a:ext cx="577853" cy="248917"/>
          </a:xfrm>
          <a:custGeom>
            <a:avLst/>
            <a:gdLst/>
            <a:ahLst/>
            <a:cxnLst/>
            <a:rect l="l" t="t" r="r" b="b"/>
            <a:pathLst>
              <a:path w="577853" h="248917" extrusionOk="0">
                <a:moveTo>
                  <a:pt x="0" y="0"/>
                </a:moveTo>
                <a:lnTo>
                  <a:pt x="577853" y="0"/>
                </a:lnTo>
                <a:lnTo>
                  <a:pt x="577853" y="248916"/>
                </a:lnTo>
                <a:lnTo>
                  <a:pt x="0" y="248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94973" y="962025"/>
            <a:ext cx="3587753" cy="1263015"/>
          </a:xfrm>
          <a:custGeom>
            <a:avLst/>
            <a:gdLst/>
            <a:ahLst/>
            <a:cxnLst/>
            <a:rect l="l" t="t" r="r" b="b"/>
            <a:pathLst>
              <a:path w="3587753" h="1263015" extrusionOk="0">
                <a:moveTo>
                  <a:pt x="0" y="0"/>
                </a:moveTo>
                <a:lnTo>
                  <a:pt x="3587753" y="0"/>
                </a:lnTo>
                <a:lnTo>
                  <a:pt x="3587753" y="1263015"/>
                </a:lnTo>
                <a:lnTo>
                  <a:pt x="0" y="1263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18487" y="1409062"/>
            <a:ext cx="156848" cy="368932"/>
          </a:xfrm>
          <a:custGeom>
            <a:avLst/>
            <a:gdLst/>
            <a:ahLst/>
            <a:cxnLst/>
            <a:rect l="l" t="t" r="r" b="b"/>
            <a:pathLst>
              <a:path w="156848" h="368932" extrusionOk="0">
                <a:moveTo>
                  <a:pt x="0" y="0"/>
                </a:moveTo>
                <a:lnTo>
                  <a:pt x="156848" y="0"/>
                </a:lnTo>
                <a:lnTo>
                  <a:pt x="156848" y="368932"/>
                </a:lnTo>
                <a:lnTo>
                  <a:pt x="0" y="368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94973" y="2181863"/>
            <a:ext cx="3587753" cy="2155193"/>
          </a:xfrm>
          <a:custGeom>
            <a:avLst/>
            <a:gdLst/>
            <a:ahLst/>
            <a:cxnLst/>
            <a:rect l="l" t="t" r="r" b="b"/>
            <a:pathLst>
              <a:path w="3587753" h="2155193" extrusionOk="0">
                <a:moveTo>
                  <a:pt x="0" y="0"/>
                </a:moveTo>
                <a:lnTo>
                  <a:pt x="3587753" y="0"/>
                </a:lnTo>
                <a:lnTo>
                  <a:pt x="3587753" y="2155193"/>
                </a:lnTo>
                <a:lnTo>
                  <a:pt x="0" y="2155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5627" y="2648588"/>
            <a:ext cx="205740" cy="328298"/>
          </a:xfrm>
          <a:custGeom>
            <a:avLst/>
            <a:gdLst/>
            <a:ahLst/>
            <a:cxnLst/>
            <a:rect l="l" t="t" r="r" b="b"/>
            <a:pathLst>
              <a:path w="205740" h="328298" extrusionOk="0">
                <a:moveTo>
                  <a:pt x="0" y="0"/>
                </a:moveTo>
                <a:lnTo>
                  <a:pt x="205740" y="0"/>
                </a:lnTo>
                <a:lnTo>
                  <a:pt x="205740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88007" y="3705225"/>
            <a:ext cx="220342" cy="328298"/>
          </a:xfrm>
          <a:custGeom>
            <a:avLst/>
            <a:gdLst/>
            <a:ahLst/>
            <a:cxnLst/>
            <a:rect l="l" t="t" r="r" b="b"/>
            <a:pathLst>
              <a:path w="220342" h="328298" extrusionOk="0">
                <a:moveTo>
                  <a:pt x="0" y="0"/>
                </a:moveTo>
                <a:lnTo>
                  <a:pt x="220342" y="0"/>
                </a:lnTo>
                <a:lnTo>
                  <a:pt x="220342" y="328298"/>
                </a:lnTo>
                <a:lnTo>
                  <a:pt x="0" y="328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57962" y="377514"/>
            <a:ext cx="3229432" cy="51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Nuo ko pradėti? 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035558" y="3121562"/>
            <a:ext cx="32452" cy="2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1035520" y="3607718"/>
            <a:ext cx="2748163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</a:t>
            </a:r>
            <a:r>
              <a:rPr lang="en-US" sz="10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skelbk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Kai tik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būsi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pasiruošęs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paskelbti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vaizdo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įrašą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kartą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patikrink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viskas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gerai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veikia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nuoroda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kodas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1000" dirty="0"/>
          </a:p>
        </p:txBody>
      </p:sp>
      <p:sp>
        <p:nvSpPr>
          <p:cNvPr id="182" name="Google Shape;182;p6"/>
          <p:cNvSpPr txBox="1"/>
          <p:nvPr/>
        </p:nvSpPr>
        <p:spPr>
          <a:xfrm>
            <a:off x="1021523" y="1191189"/>
            <a:ext cx="2776156" cy="83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Idėja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planas</a:t>
            </a:r>
            <a:r>
              <a:rPr lang="en-US" sz="1002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Keliauji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planuoji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kelionę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? Jau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idėją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„Instagram“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turiniui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Trumpai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aprašyk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mums,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kaip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paminėsi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kada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planuoji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paviešinti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filmuką</a:t>
            </a:r>
            <a:r>
              <a:rPr lang="en-US" sz="100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183" name="Google Shape;183;p6"/>
          <p:cNvSpPr txBox="1"/>
          <p:nvPr/>
        </p:nvSpPr>
        <p:spPr>
          <a:xfrm>
            <a:off x="1021523" y="2306094"/>
            <a:ext cx="263584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Sulauk</a:t>
            </a: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patvirtinimo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Likus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bent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dviem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darbo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dienoms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iki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planuojamo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išleidimo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atsiųsk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mums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turinį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patvirtintume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Mes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mielai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jį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peržiūrėsime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patvirtinsime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Tada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galėsi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jį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paskelbti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000" dirty="0"/>
          </a:p>
        </p:txBody>
      </p:sp>
      <p:sp>
        <p:nvSpPr>
          <p:cNvPr id="184" name="Google Shape;184;p6"/>
          <p:cNvSpPr txBox="1"/>
          <p:nvPr/>
        </p:nvSpPr>
        <p:spPr>
          <a:xfrm>
            <a:off x="5652335" y="3921557"/>
            <a:ext cx="176445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Visa </a:t>
            </a:r>
            <a:r>
              <a:rPr lang="en-US" sz="1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mūsų</a:t>
            </a: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teikiama</a:t>
            </a: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reklaminė</a:t>
            </a: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medžiaga</a:t>
            </a: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yra</a:t>
            </a: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čia</a:t>
            </a:r>
            <a:r>
              <a:rPr lang="en-US" sz="1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-18159" y="0"/>
            <a:ext cx="4651372" cy="5143500"/>
          </a:xfrm>
          <a:custGeom>
            <a:avLst/>
            <a:gdLst/>
            <a:ahLst/>
            <a:cxnLst/>
            <a:rect l="l" t="t" r="r" b="b"/>
            <a:pathLst>
              <a:path w="4651372" h="5143500" extrusionOk="0">
                <a:moveTo>
                  <a:pt x="0" y="0"/>
                </a:moveTo>
                <a:lnTo>
                  <a:pt x="4651372" y="0"/>
                </a:lnTo>
                <a:lnTo>
                  <a:pt x="465137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" t="-233" b="-5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36883" y="193043"/>
            <a:ext cx="577853" cy="248917"/>
          </a:xfrm>
          <a:custGeom>
            <a:avLst/>
            <a:gdLst/>
            <a:ahLst/>
            <a:cxnLst/>
            <a:rect l="l" t="t" r="r" b="b"/>
            <a:pathLst>
              <a:path w="577853" h="248917" extrusionOk="0">
                <a:moveTo>
                  <a:pt x="0" y="0"/>
                </a:moveTo>
                <a:lnTo>
                  <a:pt x="577853" y="0"/>
                </a:lnTo>
                <a:lnTo>
                  <a:pt x="577853" y="248917"/>
                </a:lnTo>
                <a:lnTo>
                  <a:pt x="0" y="2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014727" y="3553463"/>
            <a:ext cx="126997" cy="119377"/>
          </a:xfrm>
          <a:custGeom>
            <a:avLst/>
            <a:gdLst/>
            <a:ahLst/>
            <a:cxnLst/>
            <a:rect l="l" t="t" r="r" b="b"/>
            <a:pathLst>
              <a:path w="126997" h="119377" extrusionOk="0">
                <a:moveTo>
                  <a:pt x="0" y="0"/>
                </a:moveTo>
                <a:lnTo>
                  <a:pt x="126997" y="0"/>
                </a:lnTo>
                <a:lnTo>
                  <a:pt x="126997" y="119377"/>
                </a:lnTo>
                <a:lnTo>
                  <a:pt x="0" y="119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219200" y="3825927"/>
            <a:ext cx="126997" cy="119377"/>
          </a:xfrm>
          <a:custGeom>
            <a:avLst/>
            <a:gdLst/>
            <a:ahLst/>
            <a:cxnLst/>
            <a:rect l="l" t="t" r="r" b="b"/>
            <a:pathLst>
              <a:path w="126997" h="119377" extrusionOk="0">
                <a:moveTo>
                  <a:pt x="0" y="0"/>
                </a:moveTo>
                <a:lnTo>
                  <a:pt x="126997" y="0"/>
                </a:lnTo>
                <a:lnTo>
                  <a:pt x="126997" y="119377"/>
                </a:lnTo>
                <a:lnTo>
                  <a:pt x="0" y="119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0203" y="1188720"/>
            <a:ext cx="2490473" cy="407032"/>
          </a:xfrm>
          <a:custGeom>
            <a:avLst/>
            <a:gdLst/>
            <a:ahLst/>
            <a:cxnLst/>
            <a:rect l="l" t="t" r="r" b="b"/>
            <a:pathLst>
              <a:path w="2490473" h="407032" extrusionOk="0">
                <a:moveTo>
                  <a:pt x="0" y="0"/>
                </a:moveTo>
                <a:lnTo>
                  <a:pt x="2490473" y="0"/>
                </a:lnTo>
                <a:lnTo>
                  <a:pt x="2490473" y="407032"/>
                </a:lnTo>
                <a:lnTo>
                  <a:pt x="0" y="407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862827" y="1195073"/>
            <a:ext cx="2184397" cy="407670"/>
          </a:xfrm>
          <a:custGeom>
            <a:avLst/>
            <a:gdLst/>
            <a:ahLst/>
            <a:cxnLst/>
            <a:rect l="l" t="t" r="r" b="b"/>
            <a:pathLst>
              <a:path w="2184397" h="407670" extrusionOk="0">
                <a:moveTo>
                  <a:pt x="0" y="0"/>
                </a:moveTo>
                <a:lnTo>
                  <a:pt x="2184397" y="0"/>
                </a:lnTo>
                <a:lnTo>
                  <a:pt x="2184397" y="407670"/>
                </a:lnTo>
                <a:lnTo>
                  <a:pt x="0" y="4076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12445" y="1276360"/>
            <a:ext cx="220342" cy="220332"/>
          </a:xfrm>
          <a:custGeom>
            <a:avLst/>
            <a:gdLst/>
            <a:ahLst/>
            <a:cxnLst/>
            <a:rect l="l" t="t" r="r" b="b"/>
            <a:pathLst>
              <a:path w="220342" h="220332" extrusionOk="0">
                <a:moveTo>
                  <a:pt x="0" y="0"/>
                </a:moveTo>
                <a:lnTo>
                  <a:pt x="220342" y="0"/>
                </a:lnTo>
                <a:lnTo>
                  <a:pt x="220342" y="220332"/>
                </a:lnTo>
                <a:lnTo>
                  <a:pt x="0" y="220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019675" y="1282703"/>
            <a:ext cx="193024" cy="220342"/>
          </a:xfrm>
          <a:custGeom>
            <a:avLst/>
            <a:gdLst/>
            <a:ahLst/>
            <a:cxnLst/>
            <a:rect l="l" t="t" r="r" b="b"/>
            <a:pathLst>
              <a:path w="193024" h="220342" extrusionOk="0">
                <a:moveTo>
                  <a:pt x="0" y="0"/>
                </a:moveTo>
                <a:lnTo>
                  <a:pt x="193024" y="0"/>
                </a:lnTo>
                <a:lnTo>
                  <a:pt x="193024" y="220342"/>
                </a:lnTo>
                <a:lnTo>
                  <a:pt x="0" y="220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r="-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436883" y="604240"/>
            <a:ext cx="2734332" cy="51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Reikalavimai</a:t>
            </a:r>
            <a:r>
              <a:rPr lang="en-US" sz="2900" b="1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dirty="0"/>
          </a:p>
        </p:txBody>
      </p:sp>
      <p:sp>
        <p:nvSpPr>
          <p:cNvPr id="199" name="Google Shape;199;p7"/>
          <p:cNvSpPr txBox="1"/>
          <p:nvPr/>
        </p:nvSpPr>
        <p:spPr>
          <a:xfrm>
            <a:off x="810620" y="1268620"/>
            <a:ext cx="1932222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Techniniai</a:t>
            </a:r>
            <a:r>
              <a:rPr lang="en-US" sz="1200" b="1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reikalavimai</a:t>
            </a:r>
            <a:r>
              <a:rPr lang="en-US" sz="1200" b="1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dirty="0"/>
          </a:p>
        </p:txBody>
      </p:sp>
      <p:sp>
        <p:nvSpPr>
          <p:cNvPr id="200" name="Google Shape;200;p7"/>
          <p:cNvSpPr txBox="1"/>
          <p:nvPr/>
        </p:nvSpPr>
        <p:spPr>
          <a:xfrm>
            <a:off x="7200900" y="1493310"/>
            <a:ext cx="29146" cy="21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4862322" y="1722672"/>
            <a:ext cx="2763517" cy="21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Nesiek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savo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turinio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jautriomis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temomis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pvz</a:t>
            </a:r>
            <a:r>
              <a:rPr lang="en-US" sz="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.: </a:t>
            </a:r>
            <a:endParaRPr dirty="0"/>
          </a:p>
        </p:txBody>
      </p:sp>
      <p:sp>
        <p:nvSpPr>
          <p:cNvPr id="203" name="Google Shape;203;p7"/>
          <p:cNvSpPr txBox="1"/>
          <p:nvPr/>
        </p:nvSpPr>
        <p:spPr>
          <a:xfrm>
            <a:off x="5070505" y="2029958"/>
            <a:ext cx="3494875" cy="2069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0"/>
                  </a:ext>
                </a:extLst>
              </a:rPr>
              <a:t>politika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0"/>
                  </a:ext>
                </a:extLst>
              </a:rPr>
              <a:t>;</a:t>
            </a:r>
            <a:endParaRPr lang="en-US" sz="900" dirty="0"/>
          </a:p>
          <a:p>
            <a:pPr marL="457200" marR="0" lvl="0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1"/>
                  </a:ext>
                </a:extLst>
              </a:rPr>
              <a:t>suaugusiems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1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1"/>
                  </a:ext>
                </a:extLst>
              </a:rPr>
              <a:t>skirtu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1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1"/>
                  </a:ext>
                </a:extLst>
              </a:rPr>
              <a:t>turiniu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1"/>
                  </a:ext>
                </a:extLst>
              </a:rPr>
              <a:t>;</a:t>
            </a:r>
            <a:endParaRPr lang="en-US" sz="900" dirty="0"/>
          </a:p>
          <a:p>
            <a:pPr marL="457200" marR="0" lvl="0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šmeižiančiu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nepadoriu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priekabiu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apgaulingu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vulgariu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kito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asmens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privatumą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pažeidžiančiu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neapykantą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skatinančiu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arba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rasistiniu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,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etniškai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ar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kitaip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nepriimtinu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turiniu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2"/>
                  </a:ext>
                </a:extLst>
              </a:rPr>
              <a:t>; </a:t>
            </a:r>
            <a:endParaRPr lang="en-US" sz="900" dirty="0"/>
          </a:p>
          <a:p>
            <a:pPr marL="457200" marR="0" lvl="0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kito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asmens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reputacijai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specialiai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kenkiančiu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turiniu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3"/>
                  </a:ext>
                </a:extLst>
              </a:rPr>
              <a:t>;</a:t>
            </a:r>
            <a:endParaRPr lang="en-US" sz="900" dirty="0"/>
          </a:p>
          <a:p>
            <a:pPr marL="457200" marR="0" lvl="0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4"/>
                  </a:ext>
                </a:extLst>
              </a:rPr>
              <a:t>kitomis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4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4"/>
                  </a:ext>
                </a:extLst>
              </a:rPr>
              <a:t>jautriomis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4"/>
                  </a:ext>
                </a:extLst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4"/>
                  </a:ext>
                </a:extLst>
              </a:rPr>
              <a:t>temomis</a:t>
            </a:r>
            <a:r>
              <a:rPr lang="en-US" sz="9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4"/>
                  </a:ext>
                </a:extLst>
              </a:rPr>
              <a:t>.</a:t>
            </a:r>
            <a:endParaRPr lang="en-US" sz="900" dirty="0"/>
          </a:p>
        </p:txBody>
      </p:sp>
      <p:sp>
        <p:nvSpPr>
          <p:cNvPr id="204" name="Google Shape;204;p7"/>
          <p:cNvSpPr txBox="1"/>
          <p:nvPr/>
        </p:nvSpPr>
        <p:spPr>
          <a:xfrm>
            <a:off x="5013198" y="3113542"/>
            <a:ext cx="114614" cy="69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81337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just" rtl="0">
              <a:lnSpc>
                <a:spcPct val="240618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7"/>
          <p:cNvSpPr txBox="1"/>
          <p:nvPr/>
        </p:nvSpPr>
        <p:spPr>
          <a:xfrm>
            <a:off x="492434" y="3998839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 dirty="0"/>
          </a:p>
        </p:txBody>
      </p:sp>
      <p:sp>
        <p:nvSpPr>
          <p:cNvPr id="206" name="Google Shape;206;p7"/>
          <p:cNvSpPr txBox="1"/>
          <p:nvPr/>
        </p:nvSpPr>
        <p:spPr>
          <a:xfrm>
            <a:off x="496824" y="1756039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496824" y="2220097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496824" y="2564521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496824" y="3028579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496824" y="3395101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489363" y="4364543"/>
            <a:ext cx="91688" cy="1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endParaRPr dirty="0"/>
          </a:p>
        </p:txBody>
      </p:sp>
      <p:sp>
        <p:nvSpPr>
          <p:cNvPr id="212" name="Google Shape;212;p7"/>
          <p:cNvSpPr txBox="1"/>
          <p:nvPr/>
        </p:nvSpPr>
        <p:spPr>
          <a:xfrm>
            <a:off x="795798" y="4018851"/>
            <a:ext cx="3067307" cy="2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3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Nenaudok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URL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adresų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trumpinių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jie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papildomai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nukreipia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gali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sutrikdyti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duomenų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srautą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pardavimų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stebėjimą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213" name="Google Shape;213;p7"/>
          <p:cNvSpPr txBox="1"/>
          <p:nvPr/>
        </p:nvSpPr>
        <p:spPr>
          <a:xfrm>
            <a:off x="787146" y="1784061"/>
            <a:ext cx="2893047" cy="34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3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Kurdamas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turinį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energingai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ragink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veikti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t. y.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atsisiųsti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atsiskaitant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įvesti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kupono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būtų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suteikta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išskirtinė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nuolaida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214" name="Google Shape;214;p7"/>
          <p:cNvSpPr txBox="1"/>
          <p:nvPr/>
        </p:nvSpPr>
        <p:spPr>
          <a:xfrm>
            <a:off x="787146" y="2171919"/>
            <a:ext cx="3082071" cy="325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Jei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skelbi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„Instagram“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istoriją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būtinai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įterpk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savo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reklaminę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nuorodą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  <a:p>
            <a:pPr marL="0" marR="0" lvl="0" indent="0" algn="l" rtl="0">
              <a:lnSpc>
                <a:spcPct val="4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kaip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nuorodos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lipduką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215" name="Google Shape;215;p7"/>
          <p:cNvSpPr txBox="1"/>
          <p:nvPr/>
        </p:nvSpPr>
        <p:spPr>
          <a:xfrm>
            <a:off x="787146" y="2516343"/>
            <a:ext cx="3165243" cy="79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Jei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skelbi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„Instagram“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trumpą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vaizdo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įrašą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įsitikink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jis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trunka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bent </a:t>
            </a:r>
            <a:endParaRPr dirty="0"/>
          </a:p>
          <a:p>
            <a:pPr marL="0" marR="0" lvl="0" indent="0" algn="l" rtl="0">
              <a:lnSpc>
                <a:spcPct val="4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60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sekundžių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Atmink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įterpti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demonstruojančios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  <a:p>
            <a:pPr marL="0" marR="0" lvl="0" indent="0" algn="l" rtl="0">
              <a:lnSpc>
                <a:spcPct val="22025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7"/>
          <p:cNvSpPr txBox="1"/>
          <p:nvPr/>
        </p:nvSpPr>
        <p:spPr>
          <a:xfrm>
            <a:off x="787146" y="2980401"/>
            <a:ext cx="2906344" cy="325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Įterpk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savo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reklaminę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nuorodą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„Instagram“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biografijoje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endParaRPr dirty="0"/>
          </a:p>
          <a:p>
            <a:pPr marL="0" marR="0" lvl="0" indent="0" algn="l" rtl="0">
              <a:lnSpc>
                <a:spcPct val="4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nuorodų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medyje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laikyk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ten bent 4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dienas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217" name="Google Shape;217;p7"/>
          <p:cNvSpPr txBox="1"/>
          <p:nvPr/>
        </p:nvSpPr>
        <p:spPr>
          <a:xfrm>
            <a:off x="787146" y="3346923"/>
            <a:ext cx="3180588" cy="1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Įterpk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energingą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raginimą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savo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biografijoje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nuorodų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medyje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dirty="0"/>
          </a:p>
        </p:txBody>
      </p:sp>
      <p:sp>
        <p:nvSpPr>
          <p:cNvPr id="218" name="Google Shape;218;p7"/>
          <p:cNvSpPr txBox="1"/>
          <p:nvPr/>
        </p:nvSpPr>
        <p:spPr>
          <a:xfrm>
            <a:off x="787146" y="3608670"/>
            <a:ext cx="264262" cy="73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59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Pvz.: „ 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1134637" y="3551358"/>
            <a:ext cx="2833097" cy="15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77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Gauk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išskirtinę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15 %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nuolaidą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duomenų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planams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! </a:t>
            </a:r>
            <a:endParaRPr sz="700" i="1" dirty="0"/>
          </a:p>
        </p:txBody>
      </p:sp>
      <p:sp>
        <p:nvSpPr>
          <p:cNvPr id="220" name="Google Shape;220;p7"/>
          <p:cNvSpPr txBox="1"/>
          <p:nvPr/>
        </p:nvSpPr>
        <p:spPr>
          <a:xfrm>
            <a:off x="787146" y="3675971"/>
            <a:ext cx="3589179" cy="29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Atsisiųsk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„Saily“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programėlę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atsiskaitydamas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įvesk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kodą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n-US" sz="700" i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tavo-unikalus-kodas</a:t>
            </a:r>
            <a:r>
              <a:rPr lang="en-US" sz="700" i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].“</a:t>
            </a:r>
            <a:endParaRPr sz="700" i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799037" y="4390693"/>
            <a:ext cx="268420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Naudok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tik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partnerystės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vadove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pateiktas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vaizdines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priemones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logotipus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arba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ieškok</a:t>
            </a:r>
            <a:r>
              <a:rPr lang="en-US" sz="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jų</a:t>
            </a:r>
            <a:r>
              <a:rPr lang="en-US" sz="700" u="sng" dirty="0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700" u="sng" dirty="0" err="1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čia</a:t>
            </a:r>
            <a:r>
              <a:rPr lang="en-US" sz="700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</a:t>
            </a:r>
            <a:endParaRPr sz="700" dirty="0"/>
          </a:p>
        </p:txBody>
      </p:sp>
      <p:sp>
        <p:nvSpPr>
          <p:cNvPr id="222" name="Google Shape;222;p7"/>
          <p:cNvSpPr txBox="1"/>
          <p:nvPr/>
        </p:nvSpPr>
        <p:spPr>
          <a:xfrm>
            <a:off x="5321046" y="1272645"/>
            <a:ext cx="1594895" cy="20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Teisiniai reikalavimai </a:t>
            </a:r>
            <a:endParaRPr/>
          </a:p>
        </p:txBody>
      </p:sp>
      <p:sp>
        <p:nvSpPr>
          <p:cNvPr id="2" name="Google Shape;214;p7">
            <a:extLst>
              <a:ext uri="{FF2B5EF4-FFF2-40B4-BE49-F238E27FC236}">
                <a16:creationId xmlns:a16="http://schemas.microsoft.com/office/drawing/2014/main" id="{020D049C-C545-5993-FF21-780D5AF66575}"/>
              </a:ext>
            </a:extLst>
          </p:cNvPr>
          <p:cNvSpPr txBox="1"/>
          <p:nvPr/>
        </p:nvSpPr>
        <p:spPr>
          <a:xfrm>
            <a:off x="787146" y="2754958"/>
            <a:ext cx="3082071" cy="269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2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lt-LT" sz="701" dirty="0"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70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ilmuotos</a:t>
            </a:r>
            <a:r>
              <a:rPr lang="en-US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med</a:t>
            </a:r>
            <a:r>
              <a:rPr lang="lt-LT" sz="7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žiagos.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On-screen Show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</vt:lpstr>
      <vt:lpstr>Poppins SemiBold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2025-04-25T09:02:50Z</dcterms:created>
  <dcterms:modified xsi:type="dcterms:W3CDTF">2025-04-29T07:15:35Z</dcterms:modified>
</cp:coreProperties>
</file>